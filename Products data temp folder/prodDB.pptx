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96CB-9CDC-1594-B75E-6B3EB5E8A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4B18B-9417-C849-9133-C22A9D1FC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FA286-E53C-FE8F-5FCA-B6D43C8A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2AA70-E9C8-626A-279E-4F7FD61E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0A1BE-EACF-7494-DE98-A86F21F3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65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2050-5B8E-5DC1-E903-73DB6E11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47EC-00AE-260A-2222-D53F4A6BB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2F020-FB67-EFE6-3A48-906920E6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1678-722D-34D9-B4D0-8DC38E3C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07CE-B174-66A3-82F6-9567CB34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4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C566-6165-4E3F-D187-989D00C5E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C5BBC-0E40-5CB1-52DF-03ED86221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7FE1B-3138-8A28-CC43-1F861CD7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1FBC5-1B08-874D-EB59-136AD1FB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6E80E-2FA3-FC67-DF06-D5C0FEDD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32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CEC8-B287-513F-435D-34E3077A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E396-4DF9-9FB5-FBDB-E409294A2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9E070-BFF6-96F0-E1D7-2C0A3A0B6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C2E68-EF8B-DD18-6D95-4CD4A9A7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B732F-15FA-43AD-B5B5-78C5DEA3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4895C-0279-A910-3D06-070A3FD7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64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A255-1536-597F-3629-F97B0358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C0C35-ADD9-7A56-D500-54D22722F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01FA7-6F5A-381F-29F2-DA52B94B5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E6CE-F515-7738-75EB-4C32F8CF2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5EF06-220D-FF73-8183-7FA6702A1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1FCDD-CA37-1E9E-8516-AADD1EB3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0FFAB-117B-59A3-C8BE-058F18A53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4475A-2191-6EF1-24F5-B0FF94CA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75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7FF8-ABD3-3C90-2918-144605C6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E956E-153D-D67D-F125-B38606C1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870FA-90E2-40F7-83C1-1EF068BE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D1EC7-BEDA-42D0-6CF2-70CD7D12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46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7DB3D0-8D22-D7CA-F7C7-45E95C94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659FA-993B-014C-A5BA-7C817A6D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AF27C-DF51-26AD-5B0E-8C4739BD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10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8806-5940-5DAD-8AF9-3B91DE7D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CB27E-2BA5-6767-4182-CFE3D8E4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978F3-C703-367D-0DE6-070A43707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39FB0-F001-BA45-F164-868F9A91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937DA-5C27-7EB5-3732-5C96E8A3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FB208-6580-08A4-8187-DC086EBD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29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903D-1193-12FC-B9FE-07D1B6C0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9A3673-A9A0-E436-CFD7-6F28A44B8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46284-8A8F-079B-E207-371CEA3C7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86DC5-BDCF-2C52-66DD-E3DC7FE3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A8015-0338-B68D-B094-D95661C8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2AFF8-6FC0-C21D-FA34-726D05CD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5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7371-5476-F757-A53F-DC15AC85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4DB85-FF48-91DC-619F-3D6D8159A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5B998-1A62-6B4E-B696-2E60A2C3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C1769-B879-F155-834B-E23F926B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25EDA-73DD-4C3A-D7FA-4B74949E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80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654FA-3355-4ACB-4BB8-011EBE7E1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74D0C-C8C3-50A6-5EDA-1C6CD1501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3A84C-F8EF-EC30-91F1-B8F060B9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9FBED-FB22-7AE2-A34C-A8485F02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A33D9-3019-85A4-BCEE-3FC93AED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61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C16988-6DEE-BA7C-1B13-ADF4B6F83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FA67B-B060-7105-E7D8-22941EDE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1D4D-A8C2-99C1-568A-5F9B44CD3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AADD7-F629-45C6-9E3A-CDF1C1089CF1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A1121-31F8-F325-B208-8BB69C34D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4ABA-53C8-0AB9-787D-C444048CA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04A88-74A7-4A22-8472-9F668F424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8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B483-6E23-FA26-A320-EDB5155CB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Product	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3594-4067-885D-765A-F33A243AC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78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Product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agriguruonline2024-2@outlook.com</dc:creator>
  <cp:lastModifiedBy>agriguruonline2024-2@outlook.com</cp:lastModifiedBy>
  <cp:revision>1</cp:revision>
  <dcterms:created xsi:type="dcterms:W3CDTF">2025-02-05T13:44:26Z</dcterms:created>
  <dcterms:modified xsi:type="dcterms:W3CDTF">2025-02-05T13:44:44Z</dcterms:modified>
</cp:coreProperties>
</file>